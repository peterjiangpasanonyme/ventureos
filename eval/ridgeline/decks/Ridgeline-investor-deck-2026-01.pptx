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January 2026" id="{b1e69a52-b332-4828-dd2e-210c82e90823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2026  ·  CONFIDENTIAL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the mountain.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tab explosion.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materials  ·  figures are the working draft, Q4 not closed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skier enters dates, a home airport, Epic or Ikon or a day ticket, and a level.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rank the resorts. Then we sell the package: room, lift or pass-day, transfer.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are the next checkout step. Gear is on the roadmap for this year.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Pass is the daily alert. 48,000 subscribers.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Q4, as this deck stated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566160" cy="43891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50800" dir="5400000">
              <a:srgbClr val="1C1917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BOOKINGS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2025. December close was still open when this went 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566160" cy="43891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50800" dir="5400000">
              <a:srgbClr val="1C1917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508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657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a booking, as stated for the round.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280160"/>
            <a:ext cx="3566160" cy="43891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50800" dir="5400000">
              <a:srgbClr val="1C1917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508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PASS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48,000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657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subscribers. Pulled for this draft, not refreshed.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else is in the trip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WeSki sells the flight, the stay, and the transfer. About $8M of revenue.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Ski.com is a person who plans the trip, with Expedia on the lodging. About $15M.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OnTheSnow is search and snow. The traffic note was 1.7 million visits. The revenue note was under $1M. Both were left on the slide.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Mindtrip was included as “AI travel.” It is not a ski product.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on the list in January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inside the package.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gear shop.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resort reviews, instead of the partner feed.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had an owner or a date on this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dgeline">
  <a:themeElements>
    <a:clrScheme name="Ridgeline">
      <a:dk1>
        <a:srgbClr val="1C1917"/>
      </a:dk1>
      <a:lt1>
        <a:srgbClr val="F7F4EF"/>
      </a:lt1>
      <a:dk2>
        <a:srgbClr val="3F4A3C"/>
      </a:dk2>
      <a:lt2>
        <a:srgbClr val="E7E2D8"/>
      </a:lt2>
      <a:accent1>
        <a:srgbClr val="9A3412"/>
      </a:accent1>
      <a:accent2>
        <a:srgbClr val="1F4D3A"/>
      </a:accent2>
      <a:accent3>
        <a:srgbClr val="C4B8A5"/>
      </a:accent3>
      <a:accent4>
        <a:srgbClr val="44403C"/>
      </a:accent4>
      <a:accent5>
        <a:srgbClr val="78716C"/>
      </a:accent5>
      <a:accent6>
        <a:srgbClr val="B45309"/>
      </a:accent6>
      <a:hlink>
        <a:srgbClr val="1F4D3A"/>
      </a:hlink>
      <a:folHlink>
        <a:srgbClr val="9A3412"/>
      </a:folHlink>
    </a:clrScheme>
    <a:fontScheme name="Ridgelin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Ridgeline investor deck January 2026</dc:title>
  <dc:subject>January 2026</dc:subject>
  <dc:creator>Ridgeline</dc:creator>
  <cp:lastModifiedBy>Ridgeline</cp:lastModifiedBy>
  <cp:revision>1</cp:revision>
  <dcterms:created xsi:type="dcterms:W3CDTF">2026-10-19T07:54:31Z</dcterms:created>
  <dcterms:modified xsi:type="dcterms:W3CDTF">2026-10-19T07:54:31Z</dcterms:modified>
</cp:coreProperties>
</file>