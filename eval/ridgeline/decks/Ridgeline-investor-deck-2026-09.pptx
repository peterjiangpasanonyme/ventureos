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ptember 2026" id="{8b7d34e0-dbdc-3deb-f8e2-ece82ba11897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620256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620256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FOR THE NOVEMBER 6 MEETING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season is the business.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package starts at the hill.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·  round numbers  ·  Q3 close was not on this version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sell now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travel time, open terrain, and the forecast.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is lodging, lift or pass-day, and the ground transfer.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flight is not in the package. The skier names the airport they already booked.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gear shop. Reviews on the page are still a partner feed.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620256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round numbers on this draft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566160" cy="43891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50800" dir="5400000">
              <a:srgbClr val="1C1917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BOOKINGS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$120M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bookings. Not marked as a quarter, a season, or twelve months.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566160" cy="43891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50800" dir="5400000">
              <a:srgbClr val="1C1917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26280" y="1508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~10%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6576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quarter named under the rate.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1280160"/>
            <a:ext cx="3566160" cy="438912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50800" dir="5400000">
              <a:srgbClr val="1C1917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508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PASS / CASH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286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55,000  ·  $18M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6576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Subscribers, and cash on hand.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620256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Competition, this version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WeSki: flight, stay, transfer. Revenue on this deck is $5–6M, estimated.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Ski.com: expert planner, Expedia lodging. Under $5M.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OnTheSnow stays a snow product, not a package.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Mindtrip is listed under AI travel. It is not a ski site.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620256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November 6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meeting is with the growth investor. No partner name on this draft.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is not in the appendix. The draft was sent before that close was walked.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pass-days are not mentioned. The rank refresh is a single bullet: “before Thanksgiving.”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slide that says the take rate is changing.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620256"/>
            <a:ext cx="6400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dgeline">
  <a:themeElements>
    <a:clrScheme name="Ridgeline">
      <a:dk1>
        <a:srgbClr val="1C1917"/>
      </a:dk1>
      <a:lt1>
        <a:srgbClr val="F7F4EF"/>
      </a:lt1>
      <a:dk2>
        <a:srgbClr val="3F4A3C"/>
      </a:dk2>
      <a:lt2>
        <a:srgbClr val="E7E2D8"/>
      </a:lt2>
      <a:accent1>
        <a:srgbClr val="9A3412"/>
      </a:accent1>
      <a:accent2>
        <a:srgbClr val="1F4D3A"/>
      </a:accent2>
      <a:accent3>
        <a:srgbClr val="C4B8A5"/>
      </a:accent3>
      <a:accent4>
        <a:srgbClr val="44403C"/>
      </a:accent4>
      <a:accent5>
        <a:srgbClr val="78716C"/>
      </a:accent5>
      <a:accent6>
        <a:srgbClr val="B45309"/>
      </a:accent6>
      <a:hlink>
        <a:srgbClr val="1F4D3A"/>
      </a:hlink>
      <a:folHlink>
        <a:srgbClr val="9A3412"/>
      </a:folHlink>
    </a:clrScheme>
    <a:fontScheme name="Ridgelin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Ridgeline investor deck September 2026</dc:title>
  <dc:subject>September 2026</dc:subject>
  <dc:creator>Ridgeline</dc:creator>
  <cp:lastModifiedBy>Ridgeline</cp:lastModifiedBy>
  <cp:revision>1</cp:revision>
  <dcterms:created xsi:type="dcterms:W3CDTF">2026-10-19T07:54:31Z</dcterms:created>
  <dcterms:modified xsi:type="dcterms:W3CDTF">2026-10-19T07:54:31Z</dcterms:modified>
</cp:coreProperties>
</file>